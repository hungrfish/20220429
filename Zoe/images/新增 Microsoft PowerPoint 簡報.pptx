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-7962" y="-4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1C26ED-3574-4E84-8B27-79726C1F8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43C333B-33EE-40AA-93AB-6BEC7E6D8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CD3FF3-2F44-48A0-9FFB-A109F972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2774-1E05-44F5-8358-8FD08E24CFFF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6F161D-BB7D-4694-90FE-2925496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6DC2E6-472A-4D81-87F1-C4FF5BE4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688C2-FD3D-4074-BBDD-6313572C8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7944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D7A4F3-B752-45DD-A009-1EA1A8480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704A58-0D46-4ED2-B513-2035CF18F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727F56-7B1E-4A66-868B-D43EED91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2774-1E05-44F5-8358-8FD08E24CFFF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2C3E9B-4B38-4AAC-80D2-C2F98A02C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0D6725-4182-437B-9F30-643718DB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688C2-FD3D-4074-BBDD-6313572C8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696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81039A-2E6D-47E1-A639-2FEFC4CA0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D6C921-C940-4BA1-9095-557A760DA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11CBA1-A092-44AF-A31D-6ECFE3B11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2774-1E05-44F5-8358-8FD08E24CFFF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02572-7B48-45C7-B00A-8EA4E86A9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B0E448-C803-4DCA-A61C-E3944EC1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688C2-FD3D-4074-BBDD-6313572C8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536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F3D6DB-18F6-4AE9-A4E8-B21FF643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5011F2-5DAF-4258-8C2C-30CD6087B5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76AC239-4278-4800-AEB6-4589E0C0B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9D5479-5CCA-4E83-8BEC-099A2790E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2774-1E05-44F5-8358-8FD08E24CFFF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F99DDD-41E6-444D-87FC-68E2E5754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ED0A4C1-29A5-422F-8DAA-D37EBA7C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688C2-FD3D-4074-BBDD-6313572C8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8680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A6B824-3D6A-4EE7-ABF0-88C96EE51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5BE9C78-057D-4836-8653-283DD73BE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D3DA80-2DD4-48D2-9869-026B8BE98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E166A1C-E831-4C51-A2FF-C7BB2F24CB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87087D5-0EB6-494D-B6C4-F8EE8FC16C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8CC2FBF-7FF0-4678-AB3F-F25A1997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2774-1E05-44F5-8358-8FD08E24CFFF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8FE7A26-164D-4459-969A-61F1BFD37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22A02DC-F69B-4909-B17C-96354CFDD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688C2-FD3D-4074-BBDD-6313572C8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290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685DF9-632A-413C-9246-DADBA8951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C19E5D4-91AD-444F-966D-D3EB0DC7F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2774-1E05-44F5-8358-8FD08E24CFFF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BD21B59-45A7-47D0-ADC4-CDCA91CBB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780A9A8-CFF2-40BD-A62B-BFB0C864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688C2-FD3D-4074-BBDD-6313572C8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340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FC17C19-C6A4-4FBB-A6F7-B95167CB4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2774-1E05-44F5-8358-8FD08E24CFFF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DB63B44-DF8E-4EB2-8A4F-81365481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A8CA8C-3A07-434E-B25C-A8022073F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688C2-FD3D-4074-BBDD-6313572C8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024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EA84B0-883E-4E08-A5C3-87BFF302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26161E-BECA-4A10-8EAF-6EBFD7478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115E720-C2F6-40B7-BB44-888A17234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42CF749-DD1F-4BFE-9A2C-1136C9C35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2774-1E05-44F5-8358-8FD08E24CFFF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889BA32-3936-4727-B42C-EFC53800B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5F3209-4D9D-4B05-AE4E-E0A603754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688C2-FD3D-4074-BBDD-6313572C8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2763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D308E7-34C1-460B-9B76-D9A2AA963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05A37CB-F2AA-48FB-AA0B-E84E91E8BA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02D0065-770B-4AC9-94B6-A79F46797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28B0005-798D-423C-BEAF-1F6A63E6F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2774-1E05-44F5-8358-8FD08E24CFFF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FC774ED-ED8B-435D-BAF9-1A0CECED4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D70B513-1A81-46C5-8946-BB58B2B8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688C2-FD3D-4074-BBDD-6313572C8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575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4B1229-F3C6-4A7D-821A-BBED48933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F499FDC-B6F1-43AD-A0C9-80A4BBA6C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E9D48C-F7BD-49F6-9642-6F7CF718B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2774-1E05-44F5-8358-8FD08E24CFFF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BD7DB7-D88B-4FB0-A3BB-2DB9BCA2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6F5458-DAB5-43A7-BAE2-C03E3696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688C2-FD3D-4074-BBDD-6313572C8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5035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07B3179-276D-40CA-8DA9-444DA37279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341CA7C-F6C3-4811-B231-730FD1D63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51945C-0E7F-4C81-8373-05F25B41B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22774-1E05-44F5-8358-8FD08E24CFFF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C91968-C31F-470F-A5E7-5815E0AA5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0ED124-66FE-47A5-85FA-06086D98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688C2-FD3D-4074-BBDD-6313572C8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414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19C6EDF-0BBD-4AC8-A9AE-E4AE87F0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14B3734-DBEB-4F28-84B4-78F004D43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CB1884-76BB-4CB6-B716-DC4C64EEA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22774-1E05-44F5-8358-8FD08E24CFFF}" type="datetimeFigureOut">
              <a:rPr lang="zh-TW" altLang="en-US" smtClean="0"/>
              <a:t>2022/4/19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7EA9E9-8816-43A5-8844-B21A60AC8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6C9249-9FAF-4259-9898-EB5AD628C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688C2-FD3D-4074-BBDD-6313572C82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0550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F81D393-B822-470A-BDEE-7A665A29524A}"/>
              </a:ext>
            </a:extLst>
          </p:cNvPr>
          <p:cNvSpPr/>
          <p:nvPr/>
        </p:nvSpPr>
        <p:spPr>
          <a:xfrm>
            <a:off x="4838700" y="2930525"/>
            <a:ext cx="436563" cy="247402"/>
          </a:xfrm>
          <a:prstGeom prst="rect">
            <a:avLst/>
          </a:pr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9829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MEIROE JHUANG</dc:creator>
  <cp:lastModifiedBy>MEIROE JHUANG</cp:lastModifiedBy>
  <cp:revision>2</cp:revision>
  <dcterms:created xsi:type="dcterms:W3CDTF">2022-04-19T08:47:26Z</dcterms:created>
  <dcterms:modified xsi:type="dcterms:W3CDTF">2022-04-19T09:00:16Z</dcterms:modified>
</cp:coreProperties>
</file>